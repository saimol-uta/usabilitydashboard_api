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4A90D9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4A90D9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9144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📊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</a:t>
            </a:r>
            <a:endParaRPr lang="en-US" sz="4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200400" y="3200400"/>
            <a:ext cx="27432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HCI — Abril 2026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Usabilidad con WAVE • Lighthouse • Stark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🎯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¿Qué es el Sistema?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80467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para planificar, ejecutar y analizar pruebas de usabilidad siguiendo la metodología Think Aloud con herramientas WAVE, Lighthouse y Stark.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804672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926080"/>
            <a:ext cx="54864" cy="109728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0175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Objetivo: </a:t>
            </a:r>
            <a:pPr indent="0" marL="0">
              <a:lnSpc>
                <a:spcPts val="22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todo el ciclo de evaluación de usabilidad, desde la creación del plan hasta el seguimiento de acciones de mejora.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8046720" cy="548640"/>
          </a:xfrm>
          <a:prstGeom prst="roundRect">
            <a:avLst>
              <a:gd name="adj" fmla="val 16667"/>
            </a:avLst>
          </a:prstGeom>
          <a:solidFill>
            <a:srgbClr val="4A90D9">
              <a:alpha val="1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2062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Usuarios: Moderadores de pruebas, evaluadores HCI, investigadores UX, docentes de IHC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2/10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📦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Módulos del Sistema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y métricas globales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137160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9456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194560" y="1828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planes CRUD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1920" y="137160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3192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1828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y criterios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0" y="137160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0" y="1828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Guión Moderador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Intro, preguntas, cierre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37160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0664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06640" y="1828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0664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usuarios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92608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3017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5720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campo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194560" y="292608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94560" y="3017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▶️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19456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Guiada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9456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fases del moderador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931920" y="292608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931920" y="3017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👁️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93192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93192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resultados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669280" y="292608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669280" y="3017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66928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 problemas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06640" y="292608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406640" y="3017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40664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0664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correctivas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3/10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🔄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Flujo Principal del Sistema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37160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Plan de Prueba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1463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06040" y="137160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0312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Tareas y Escenarios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463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43400" y="137160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434340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Guion del Moderador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57800" y="1463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608076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7784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Participantes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1463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818120" y="137160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78181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Sesiones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65760" y="36118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Sesión Guiada 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8308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606040" y="301752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9" name="Text 27"/>
          <p:cNvSpPr/>
          <p:nvPr/>
        </p:nvSpPr>
        <p:spPr>
          <a:xfrm>
            <a:off x="260604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103120" y="36118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Observaciones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2044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343400" y="301752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33" name="Text 31"/>
          <p:cNvSpPr/>
          <p:nvPr/>
        </p:nvSpPr>
        <p:spPr>
          <a:xfrm>
            <a:off x="434340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840480" y="36118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Sintetizar Hallazgos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5780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080760" y="301752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37" name="Text 35"/>
          <p:cNvSpPr/>
          <p:nvPr/>
        </p:nvSpPr>
        <p:spPr>
          <a:xfrm>
            <a:off x="608076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577840" y="36118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Acciones de Mejora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9516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</a:rPr>
              <a:t>→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41" name="Text 39"/>
          <p:cNvSpPr/>
          <p:nvPr/>
        </p:nvSpPr>
        <p:spPr>
          <a:xfrm>
            <a:off x="781812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15200" y="36118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en Dashboard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4/10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🏗️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Arquitectura Técnica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1965960" cy="27432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71600"/>
            <a:ext cx="19659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55448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⚛️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423160"/>
            <a:ext cx="1051560" cy="27432"/>
          </a:xfrm>
          <a:prstGeom prst="rect">
            <a:avLst/>
          </a:prstGeom>
          <a:solidFill>
            <a:srgbClr val="3B82F6">
              <a:alpha val="4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56032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19.2 + TypeScript 5.9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8 + Tailwind CSS 4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DOM 7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Lucide Icons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1371600"/>
            <a:ext cx="1965960" cy="27432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14600" y="1371600"/>
            <a:ext cx="196596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155448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14600" y="20116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971800" y="2423160"/>
            <a:ext cx="1051560" cy="27432"/>
          </a:xfrm>
          <a:prstGeom prst="rect">
            <a:avLst/>
          </a:prstGeom>
          <a:solidFill>
            <a:srgbClr val="8B5CF6">
              <a:alpha val="4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256032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Web API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+ Service + DTO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 + Swagger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1965960" cy="27432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371600"/>
            <a:ext cx="19659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55448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🗄️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663440" y="20116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120640" y="2423160"/>
            <a:ext cx="1051560" cy="27432"/>
          </a:xfrm>
          <a:prstGeom prst="rect">
            <a:avLst/>
          </a:prstGeom>
          <a:solidFill>
            <a:srgbClr val="10B981">
              <a:alpha val="4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256032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First + Migrations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BaseEntity (audit fields)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12280" y="1371600"/>
            <a:ext cx="1965960" cy="27432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15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12280" y="1371600"/>
            <a:ext cx="19659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155448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812280" y="20116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69480" y="2423160"/>
            <a:ext cx="1051560" cy="27432"/>
          </a:xfrm>
          <a:prstGeom prst="rect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0" y="256032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implementada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directo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habilitado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de errores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5/10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🎨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Decisiones de Diseño HCI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8016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Aplicado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280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1280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al Usuario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3736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4640" y="17373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necesita saber que su acción fue procesada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760720" y="17373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Toasts de éxito/error con auto-dismiss reducen incertidumbre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240280"/>
            <a:ext cx="8412480" cy="475488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4028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Consistente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2240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carga cognitiva en sistema multi-módulo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2240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fija + breadcrumbs + iconos = orientación constante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4320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Destructiva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4640" y="27432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 eliminaciones accidentales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60720" y="27432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Modales de confirmación antes de cada delete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246120"/>
            <a:ext cx="8412480" cy="475488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24612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por Color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2461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severidad y estado rápidamente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760720" y="32461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Rojo/naranja/amarillo/verde = lectura instantánea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749040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74904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States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34640" y="37490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Guiar al usuario cuando no hay datos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760720" y="37490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 + texto + botón CTA = no hay pantallas vacías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251960"/>
            <a:ext cx="8412480" cy="475488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25196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42519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desde cualquier dispositivo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60720" y="42519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con sidebar hamburger + estados adaptativos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6/10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🔧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Problemas Detectados y Soluciones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8016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0" y="12801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20640" y="12801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Aplicada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37360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Guión separado de la sesión de prueba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74720" y="1737360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Guión / Sesiones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20640" y="1737360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Creación del Modo Guía de Sesión con panel lateral integrado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8412480" cy="53035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304288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Sin flujo de ejecución guiada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304288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230428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SessionRunner con 3 fases: Apertura → Prueba → Cierre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871216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71216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Sin timer para medir tareas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4720" y="2871216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20640" y="2871216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Timer integrado con botón "Usar tiempo del cronómetro"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438144"/>
            <a:ext cx="8412480" cy="53035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38144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Sin progreso visual de tareas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74720" y="3438144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20640" y="3438144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Barra de progreso + stepper con estados por tarea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005072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005072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Preguntas Think Aloud inaccesibles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74720" y="4005072"/>
            <a:ext cx="1645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Guión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4005072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Tabs en panel lateral: Intro / Preguntas / Cierre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10B981">
              <a:alpha val="1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Corrección principal: El Modo Guía de Sesión integra el guion del moderador directamente en la ejecución de la sesión de prueba.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7/10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📸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Demo / Capturas de Pantalla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81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8ECF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481328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Principal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gráficos y métricas de usabilidad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481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8ECF1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81328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2286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Guiada — Apertura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24688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de introducción para el participante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" y="312724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8ECF1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127248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3931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Guiada — En Prueba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114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del guion + registro de observaciones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312724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8ECF1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3127248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92040" y="3931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Guiada — Cierre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4114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cierre + resumen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8/10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✅  </a:t>
            </a:r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Conclusiones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288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45720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 de usabilidad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cubre desde la planificación hasta el seguimiento de mejoras en una sola plataforma.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94560"/>
            <a:ext cx="45720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945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88720" y="2240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del guion en la sesión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514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Modo Guía de Sesión resuelve el problema principal: el moderador ahora tiene el guion visible durante toda la prueba.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45720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1752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063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en tiempo real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3337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dashboard centraliza KPIs, distribución de hallazgos y estado de acciones de mejora.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2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840480"/>
            <a:ext cx="45720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4048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88720" y="3886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futuras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4160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de usuarios, exportación de reportes PDF, grabación de sesiones y colaboración en tiempo real.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 •  HCI 2026  •  9/10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4A90D9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657600"/>
            <a:ext cx="3657600" cy="3657600"/>
          </a:xfrm>
          <a:prstGeom prst="ellipse">
            <a:avLst/>
          </a:prstGeom>
          <a:solidFill>
            <a:srgbClr val="4A90D9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10972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❓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 Plan Dashboard — HCI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Usability Test Plan Dashboard — Presentación HCI</dc:title>
  <dc:subject>Interacción Humano-Computador</dc:subject>
  <dc:creator>Usability Dashboard Team</dc:creator>
  <cp:lastModifiedBy>Usability Dashboard Team</cp:lastModifiedBy>
  <cp:revision>1</cp:revision>
  <dcterms:created xsi:type="dcterms:W3CDTF">2026-04-01T13:53:21Z</dcterms:created>
  <dcterms:modified xsi:type="dcterms:W3CDTF">2026-04-01T13:53:21Z</dcterms:modified>
</cp:coreProperties>
</file>