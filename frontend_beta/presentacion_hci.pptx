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4A90D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</a:t>
            </a:r>
            <a:endParaRPr lang="en-US" sz="40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HCI — Abril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Usabilidad con WAVE • Lighthouse • Stark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🎯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¿Qué es el Sistema?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planificar, ejecutar y analizar pruebas de usabilidad siguiendo la metodología Think Aloud con herramientas WAVE, Lighthouse y Stark.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04672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26080"/>
            <a:ext cx="54864" cy="10972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</a:t>
            </a:r>
            <a:pPr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todo el ciclo de evaluación de usabilidad, desde la creación del plan hasta el seguimiento de acciones de mejora.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4A90D9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Usuarios: Moderadores de pruebas, evaluadores HCI, investigadores UX, docentes de IHC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2/11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📦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Módulos del Sistema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métricas globales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37160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9456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planes CRUD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y criterios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137160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 Moderador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Intro, preguntas, cierre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37160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usuarios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campo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94560" y="292608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9456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19456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Guiada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fases del moderador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292608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93192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93192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resultados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0" y="292608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6928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66928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problemas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06640" y="292608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066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406640" y="3383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06640" y="3703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3/11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🔄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Flujo Principal del Sistema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Plan de Prueba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Tareas y Escenarios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1965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Guion del Moderador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1965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Participantes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818120" y="137160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1965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Sesiones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Sesión Guiada 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606040" y="30175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10312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Observaciones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343400" y="30175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3" name="Text 31"/>
          <p:cNvSpPr/>
          <p:nvPr/>
        </p:nvSpPr>
        <p:spPr>
          <a:xfrm>
            <a:off x="43434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048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Sintetizar Hallazgos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080760" y="30175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7784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Acciones de Mejora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818120" y="30175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en 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4/11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🏗️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Arquitectura Técnica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1051560" cy="2743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 + TypeScript 5.9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+ Tailwind CSS 4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7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Lucide Icons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71800" y="2423160"/>
            <a:ext cx="105156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Web API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Service + DTO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 + Swagger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7160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20640" y="2423160"/>
            <a:ext cx="1051560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First + Migrations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 (audit fields)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3716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69480" y="2423160"/>
            <a:ext cx="105156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implementada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habilitado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errores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5/11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🎨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Decisiones de Diseño HCI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Aplicado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280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280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al Usuario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necesita saber que su acción fue procesada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7373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Toasts de éxito/error con auto-dismiss reducen incertidumbre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Consistente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240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carga cognitiva en sistema multi-módulo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240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fija + breadcrumbs + iconos = orientación constante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Destructiva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743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eliminaciones accidentales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2743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Modales de confirmación antes de cada delete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841248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461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por Color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461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severidad y estado rápidamente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32461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Rojo/naranja/amarillo/verde = lectura instantánea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490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7490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Guiar al usuario cuando no hay datos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7490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 + texto + botón CTA = no hay pantallas vacías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841248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519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42519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dispositivo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42519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con sidebar hamburger + estados adaptativos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6/11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🔧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Problemas Detectados y Soluciones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Aplicada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Guión separado de la sesión de prueba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 / Sesiones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Creación del Modo Guía de Sesión con panel lateral integrado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53035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0428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Sin flujo de ejecución guiada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30428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30428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SessionRunner con 3 fases: Apertura → Prueba → Cierre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8412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7121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Sin timer para medir tareas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87121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8712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Timer integrado con botón "Usar tiempo del cronómetro"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8412480" cy="53035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3814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Sin progreso visual de tareas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43814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43814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Barra de progreso + stepper con estados por tarea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8412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0507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Preguntas Think Aloud inaccesibles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0050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Guión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400507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Tabs en panel lateral: Intro / Preguntas / Cierre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0B981">
              <a:alpha val="1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Corrección principal: El Modo Guía de Sesión integra el guion del moderador directamente en la ejecución de la sesión de prueba.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7/11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🧠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Copiloto de IA y Asistente de Usabilidad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Contextual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1051560" cy="2743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integrado (Layout.tsx) que asiste según la pantalla donde navega el evaluador.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en Vivo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2423160"/>
            <a:ext cx="1051560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proactivas de tareas, hallazgos y mejoras mediante eventos de sistema.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7160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Backlog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2423160"/>
            <a:ext cx="105156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Estructuración automática de historias Scrum (Como/Quiero/Para) a partir de evidencias.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3716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554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♿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Web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2423160"/>
            <a:ext cx="105156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5603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para identificar errores de accesibilidad WAVE/Stark y guiar en pautas WCAG.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8/11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📸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Demo / Capturas de Pantalla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81328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8ECF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813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gráficos y métricas de usabilidad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81328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813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Guiada — Apertura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introducción para el participante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27248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8ECF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272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Guiada — En Prueba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del guion + registro de observaciones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27248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8ECF1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272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Guiada — Cierre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cierre + resumen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9/11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Conclusiones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usabilidad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cubre desde la planificación hasta el seguimiento de mejoras en una sola plataforma.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457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guion en la sesión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 Guía de Sesión resuelve el problema principal: el moderador ahora tiene el guion visible durante toda la prueba.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457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tiempo real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centraliza KPIs, distribución de hallazgos y estado de acciones de mejora.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4572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usuarios, exportación de reportes PDF, grabación de sesiones y colaboración en tiempo real.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 •  HCI 2026  •  10/11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4A90D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097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❓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 — HCI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Usability Test Plan Dashboard — Presentación HCI</dc:title>
  <dc:subject>Interacción Humano-Computador</dc:subject>
  <dc:creator>Usability Dashboard Team</dc:creator>
  <cp:lastModifiedBy>Usability Dashboard Team</cp:lastModifiedBy>
  <cp:revision>1</cp:revision>
  <dcterms:created xsi:type="dcterms:W3CDTF">2026-06-10T16:18:19Z</dcterms:created>
  <dcterms:modified xsi:type="dcterms:W3CDTF">2026-06-10T16:18:19Z</dcterms:modified>
</cp:coreProperties>
</file>